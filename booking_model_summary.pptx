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60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2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F7D10-BA85-4732-BD48-223BDDF794F8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BE950-573E-423D-BBFA-EB342CFDB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587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BE950-573E-423D-BBFA-EB342CFDB77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114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Booking Prediction — Model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71704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Model: </a:t>
            </a:r>
            <a:r>
              <a:rPr dirty="0" err="1"/>
              <a:t>RandomForest</a:t>
            </a:r>
            <a:r>
              <a:rPr dirty="0"/>
              <a:t> (3-fold CV)</a:t>
            </a:r>
          </a:p>
          <a:p>
            <a:r>
              <a:rPr dirty="0"/>
              <a:t>Accuracy: 0.849  Precision: 0.445</a:t>
            </a:r>
          </a:p>
          <a:p>
            <a:r>
              <a:rPr dirty="0"/>
              <a:t>Recall: 0.064  F1: 0.112</a:t>
            </a:r>
          </a:p>
          <a:p>
            <a:r>
              <a:rPr dirty="0"/>
              <a:t>ROC AUC: 0.738</a:t>
            </a:r>
          </a:p>
          <a:p>
            <a:endParaRPr dirty="0"/>
          </a:p>
          <a:p>
            <a:r>
              <a:rPr dirty="0"/>
              <a:t>Top features:</a:t>
            </a:r>
          </a:p>
          <a:p>
            <a:pPr lvl="1"/>
            <a:r>
              <a:rPr dirty="0"/>
              <a:t>4. </a:t>
            </a:r>
            <a:r>
              <a:rPr dirty="0" err="1"/>
              <a:t>purchase_lead</a:t>
            </a:r>
            <a:r>
              <a:rPr dirty="0"/>
              <a:t> (0.145)</a:t>
            </a:r>
          </a:p>
          <a:p>
            <a:pPr lvl="1"/>
            <a:r>
              <a:rPr dirty="0"/>
              <a:t>8. route (0.144)</a:t>
            </a:r>
          </a:p>
          <a:p>
            <a:pPr lvl="1"/>
            <a:r>
              <a:rPr dirty="0"/>
              <a:t>9. </a:t>
            </a:r>
            <a:r>
              <a:rPr dirty="0" err="1"/>
              <a:t>booking_origin</a:t>
            </a:r>
            <a:r>
              <a:rPr dirty="0"/>
              <a:t> (0.142)</a:t>
            </a:r>
          </a:p>
          <a:p>
            <a:pPr lvl="1"/>
            <a:r>
              <a:rPr dirty="0"/>
              <a:t>5. </a:t>
            </a:r>
            <a:r>
              <a:rPr dirty="0" err="1"/>
              <a:t>length_of_stay</a:t>
            </a:r>
            <a:r>
              <a:rPr dirty="0"/>
              <a:t> (0.101)</a:t>
            </a:r>
          </a:p>
          <a:p>
            <a:pPr lvl="1"/>
            <a:r>
              <a:rPr dirty="0"/>
              <a:t>6. </a:t>
            </a:r>
            <a:r>
              <a:rPr dirty="0" err="1"/>
              <a:t>flight_hour</a:t>
            </a:r>
            <a:r>
              <a:rPr dirty="0"/>
              <a:t> (0.100)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AF608-F398-40C9-AC69-F7C071331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8642"/>
          </a:xfrm>
        </p:spPr>
        <p:txBody>
          <a:bodyPr>
            <a:normAutofit fontScale="90000"/>
          </a:bodyPr>
          <a:lstStyle/>
          <a:p>
            <a:r>
              <a:rPr lang="en-US" dirty="0"/>
              <a:t>Charts</a:t>
            </a:r>
            <a:endParaRPr lang="en-IN" dirty="0"/>
          </a:p>
        </p:txBody>
      </p:sp>
      <p:pic>
        <p:nvPicPr>
          <p:cNvPr id="3" name="Picture 2" descr="feature_importances.png">
            <a:extLst>
              <a:ext uri="{FF2B5EF4-FFF2-40B4-BE49-F238E27FC236}">
                <a16:creationId xmlns:a16="http://schemas.microsoft.com/office/drawing/2014/main" id="{F6255755-53EB-424C-81B9-1DA795D11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5358"/>
            <a:ext cx="9144000" cy="590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4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DA225CD-E318-458B-8593-735FEACED1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58846"/>
            <a:ext cx="9144000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explored the customer booking dataset and performed extensive data cleaning and EDA. I engineered important new features such as lead-time bins, time-of-day categories, and extras requested. After preprocessing numeric and categorical features, I trained a baseline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and evaluated it using cross-validation. I then performed hyperparameter tuning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RandomizedSearchCV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to improve performance, achieving a higher ROC AUC. I also generated feature importance charts to understand key drivers of booking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created a PowerPoint slide summarizing results for stakeholders.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insights: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 likelihood depends strongly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 origin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purchase lead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stay length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Tuned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RandomForest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achieved good discrimination performance (ROC AUC ~0.70–0.75 on sampled data).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can now be used to score new customers and predict who is likely to book, supporting marketing and revenue management teams.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Deliverables created: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Clean dataset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Engineered features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Trained + tuned ML model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CV predictions + probability scores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Feature importance ranking + charts</a:t>
            </a:r>
          </a:p>
        </p:txBody>
      </p:sp>
    </p:spTree>
    <p:extLst>
      <p:ext uri="{BB962C8B-B14F-4D97-AF65-F5344CB8AC3E}">
        <p14:creationId xmlns:p14="http://schemas.microsoft.com/office/powerpoint/2010/main" val="3399760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261</Words>
  <Application>Microsoft Office PowerPoint</Application>
  <PresentationFormat>On-screen Show (4:3)</PresentationFormat>
  <Paragraphs>23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Booking Prediction — Model Summary</vt:lpstr>
      <vt:lpstr>Charts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Booking Prediction — Model Summary</dc:title>
  <dc:subject/>
  <dc:creator/>
  <cp:keywords/>
  <dc:description>generated using python-pptx</dc:description>
  <cp:lastModifiedBy>sathishkanaka17@gmail.com</cp:lastModifiedBy>
  <cp:revision>4</cp:revision>
  <dcterms:created xsi:type="dcterms:W3CDTF">2013-01-27T09:14:16Z</dcterms:created>
  <dcterms:modified xsi:type="dcterms:W3CDTF">2025-11-15T09:38:37Z</dcterms:modified>
  <cp:category/>
</cp:coreProperties>
</file>